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"/>
  </p:notesMasterIdLst>
  <p:sldIdLst>
    <p:sldId id="275" r:id="rId2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4688067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model concept, the results obtained on the geometry, the open boundary, the Senglea record and the mesh, and the matters on which the continuation depends.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1060034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>
            <a:extLst>
              <a:ext uri="{FF2B5EF4-FFF2-40B4-BE49-F238E27FC236}">
                <a16:creationId xmlns:a16="http://schemas.microsoft.com/office/drawing/2014/main" id="{A5D452BF-98F1-D2B1-1278-01A9ACEBAB98}"/>
              </a:ext>
            </a:extLst>
          </p:cNvPr>
          <p:cNvPicPr>
            <a:picLocks noChangeAspect="1"/>
          </p:cNvPicPr>
          <p:nvPr/>
        </p:nvPicPr>
        <p:blipFill>
          <a:blip r:embed="rId3">
            <a:duotone>
              <a:prstClr val="black"/>
              <a:schemeClr val="accent1">
                <a:tint val="45000"/>
                <a:satMod val="400000"/>
              </a:schemeClr>
            </a:duotone>
          </a:blip>
          <a:srcRect t="25333"/>
          <a:stretch>
            <a:fillRect/>
          </a:stretch>
        </p:blipFill>
        <p:spPr>
          <a:xfrm>
            <a:off x="0" y="0"/>
            <a:ext cx="12242447" cy="6858000"/>
          </a:xfrm>
          <a:prstGeom prst="rect">
            <a:avLst/>
          </a:prstGeom>
        </p:spPr>
      </p:pic>
      <p:sp>
        <p:nvSpPr>
          <p:cNvPr id="2" name="Shape 0"/>
          <p:cNvSpPr/>
          <p:nvPr/>
        </p:nvSpPr>
        <p:spPr>
          <a:xfrm>
            <a:off x="8503920" y="-1280160"/>
            <a:ext cx="5120640" cy="5120640"/>
          </a:xfrm>
          <a:prstGeom prst="ellipse">
            <a:avLst/>
          </a:prstGeom>
          <a:solidFill>
            <a:srgbClr val="065A82">
              <a:alpha val="45000"/>
            </a:srgbClr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3" name="Shape 1"/>
          <p:cNvSpPr/>
          <p:nvPr/>
        </p:nvSpPr>
        <p:spPr>
          <a:xfrm>
            <a:off x="10058400" y="3108960"/>
            <a:ext cx="2377440" cy="2377440"/>
          </a:xfrm>
          <a:prstGeom prst="ellipse">
            <a:avLst/>
          </a:prstGeom>
          <a:solidFill>
            <a:srgbClr val="EB6834">
              <a:alpha val="30000"/>
            </a:srgbClr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5" name="Text 3"/>
          <p:cNvSpPr txBox="1"/>
          <p:nvPr/>
        </p:nvSpPr>
        <p:spPr>
          <a:xfrm>
            <a:off x="543384" y="896112"/>
            <a:ext cx="78638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Valletta harbour system</a:t>
            </a:r>
            <a:endParaRPr lang="en-US" sz="4000" dirty="0"/>
          </a:p>
        </p:txBody>
      </p:sp>
      <p:sp>
        <p:nvSpPr>
          <p:cNvPr id="6" name="Text 4"/>
          <p:cNvSpPr txBox="1"/>
          <p:nvPr/>
        </p:nvSpPr>
        <p:spPr>
          <a:xfrm>
            <a:off x="543384" y="1609344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concept, first results and open questions</a:t>
            </a:r>
            <a:endParaRPr lang="en-US" sz="190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5244084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Cicero Martins Jr</a:t>
            </a:r>
            <a:r>
              <a:rPr lang="en-US" sz="1300" dirty="0">
                <a:solidFill>
                  <a:srgbClr val="9FB3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Università degli Studi di Palermo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640080" y="5545836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FB3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Visiting researcher, Oceanography Malta Research Group, University of Malta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640080" y="5856732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FB3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October 2026</a:t>
            </a:r>
            <a:endParaRPr lang="en-US" sz="1200" dirty="0"/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D10377BC-A5F7-014E-C646-AF837566B665}"/>
              </a:ext>
            </a:extLst>
          </p:cNvPr>
          <p:cNvPicPr>
            <a:picLocks noChangeAspect="1"/>
          </p:cNvPicPr>
          <p:nvPr/>
        </p:nvPicPr>
        <p:blipFill>
          <a:blip r:embed="rId4">
            <a:duotone>
              <a:schemeClr val="accent5">
                <a:shade val="45000"/>
                <a:satMod val="135000"/>
              </a:schemeClr>
              <a:prstClr val="white"/>
            </a:duotone>
          </a:blip>
          <a:srcRect/>
          <a:stretch>
            <a:fillRect/>
          </a:stretch>
        </p:blipFill>
        <p:spPr>
          <a:xfrm>
            <a:off x="7685285" y="5784622"/>
            <a:ext cx="1925665" cy="640080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845C1843-FD29-2BD6-C731-6C4C006CFE7A}"/>
              </a:ext>
            </a:extLst>
          </p:cNvPr>
          <p:cNvPicPr>
            <a:picLocks noChangeAspect="1"/>
          </p:cNvPicPr>
          <p:nvPr/>
        </p:nvPicPr>
        <p:blipFill>
          <a:blip r:embed="rId5">
            <a:duotone>
              <a:schemeClr val="accent5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8841638" y="5545836"/>
            <a:ext cx="3594202" cy="11034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37519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66</Words>
  <Application>Microsoft Office PowerPoint</Application>
  <PresentationFormat>Widescreen</PresentationFormat>
  <Paragraphs>7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Cambria</vt:lpstr>
      <vt:lpstr>Office Theme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Valletta harbour system: model concept, first results and open questions</dc:title>
  <dc:subject>PptxGenJS Presentation</dc:subject>
  <dc:creator>Cicero Martins Jr</dc:creator>
  <cp:lastModifiedBy>CICERO MARTINS JUNIOR</cp:lastModifiedBy>
  <cp:revision>3</cp:revision>
  <dcterms:created xsi:type="dcterms:W3CDTF">2026-10-08T10:21:15Z</dcterms:created>
  <dcterms:modified xsi:type="dcterms:W3CDTF">2026-10-08T10:52:04Z</dcterms:modified>
</cp:coreProperties>
</file>